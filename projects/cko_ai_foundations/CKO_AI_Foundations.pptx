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AI Foundations for Commercial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/>
            </a:pPr>
            <a:r>
              <a:t>Chris Humphries | RevOps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Why We're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We're an AI company.</a:t>
            </a:r>
          </a:p>
          <a:p>
            <a:pPr>
              <a:spcAft>
                <a:spcPts val="800"/>
              </a:spcAft>
              <a:defRPr sz="2200"/>
            </a:pPr>
            <a:r>
              <a:t>But what does that actually mean for how we work?</a:t>
            </a:r>
          </a:p>
          <a:p>
            <a:pPr>
              <a:spcAft>
                <a:spcPts val="800"/>
              </a:spcAft>
              <a:defRPr sz="2200"/>
            </a:pPr>
            <a:r>
              <a:t>This is a conversation, not a lecture.</a:t>
            </a:r>
          </a:p>
          <a:p>
            <a:pPr>
              <a:spcAft>
                <a:spcPts val="800"/>
              </a:spcAft>
              <a:defRPr sz="2200"/>
            </a:pPr>
            <a:r>
              <a:t>Ask questions. Share what's working. Be honest about what isn't.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Where Are You?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Quick Poll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How often do you use AI tools?</a:t>
            </a:r>
          </a:p>
          <a:p>
            <a:pPr>
              <a:spcAft>
                <a:spcPts val="800"/>
              </a:spcAft>
              <a:defRPr sz="2200"/>
            </a:pPr>
            <a:r>
              <a:t>• Daily</a:t>
            </a:r>
          </a:p>
          <a:p>
            <a:pPr>
              <a:spcAft>
                <a:spcPts val="800"/>
              </a:spcAft>
              <a:defRPr sz="2200"/>
            </a:pPr>
            <a:r>
              <a:t>• Weekly</a:t>
            </a:r>
          </a:p>
          <a:p>
            <a:pPr>
              <a:spcAft>
                <a:spcPts val="800"/>
              </a:spcAft>
              <a:defRPr sz="2200"/>
            </a:pPr>
            <a:r>
              <a:t>• Rarely</a:t>
            </a:r>
          </a:p>
          <a:p>
            <a:pPr>
              <a:spcAft>
                <a:spcPts val="800"/>
              </a:spcAft>
              <a:defRPr sz="2200"/>
            </a:pPr>
            <a:r>
              <a:t>• Never</a:t>
            </a:r>
          </a:p>
          <a:p>
            <a:pPr>
              <a:spcAft>
                <a:spcPts val="800"/>
              </a:spcAft>
              <a:defRPr sz="2200"/>
            </a:pPr>
            <a:r>
              <a:t>[QR Code]</a:t>
            </a:r>
          </a:p>
          <a:p>
            <a:pPr>
              <a:spcAft>
                <a:spcPts val="800"/>
              </a:spcAft>
              <a:defRPr sz="2200"/>
            </a:pPr>
            <a:r>
              <a:t>No wrong answers. We're just taking the temperature.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What Do You Use It For?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[QR Code]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The Spectrum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</a:p>
          <a:p>
            <a:pPr>
              <a:spcAft>
                <a:spcPts val="800"/>
              </a:spcAft>
              <a:defRPr sz="2200"/>
            </a:pPr>
            <a:r>
              <a:t>Doing nothing ←————————————————→ Vibe coding</a:t>
            </a:r>
          </a:p>
          <a:p>
            <a:pPr>
              <a:spcAft>
                <a:spcPts val="800"/>
              </a:spcAft>
              <a:defRPr sz="2200"/>
            </a:pPr>
          </a:p>
          <a:p>
            <a:pPr>
              <a:spcAft>
                <a:spcPts val="800"/>
              </a:spcAft>
              <a:defRPr sz="2200"/>
            </a:pPr>
            <a:r>
              <a:t>Most people are somewhere in the middle.</a:t>
            </a:r>
          </a:p>
          <a:p>
            <a:pPr>
              <a:spcAft>
                <a:spcPts val="800"/>
              </a:spcAft>
              <a:defRPr sz="2200"/>
            </a:pPr>
            <a:r>
              <a:t>Today's goal: help you find your spot — or move it if you want 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How AI Actually Works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What is a Large Language Model?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A system trained on massive amounts of text</a:t>
            </a:r>
          </a:p>
          <a:p>
            <a:pPr>
              <a:spcAft>
                <a:spcPts val="800"/>
              </a:spcAft>
              <a:defRPr sz="2200"/>
            </a:pPr>
            <a:r>
              <a:t>that predicts the most likely next word.</a:t>
            </a:r>
          </a:p>
          <a:p>
            <a:pPr>
              <a:spcAft>
                <a:spcPts val="800"/>
              </a:spcAft>
              <a:defRPr sz="2200"/>
            </a:pPr>
            <a:r>
              <a:t>Think: autocomplete on steroids.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The Key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Reframe how you think about AI:</a:t>
            </a:r>
          </a:p>
          <a:p>
            <a:pPr>
              <a:spcAft>
                <a:spcPts val="800"/>
              </a:spcAft>
              <a:defRPr sz="2200"/>
            </a:pPr>
            <a:r>
              <a:t>"AI thinks" → "AI predicts"</a:t>
            </a:r>
          </a:p>
          <a:p>
            <a:pPr>
              <a:spcAft>
                <a:spcPts val="800"/>
              </a:spcAft>
              <a:defRPr sz="2200"/>
            </a:pPr>
            <a:r>
              <a:t>It doesn't know things. It predicts likely responses.</a:t>
            </a:r>
          </a:p>
          <a:p>
            <a:pPr>
              <a:spcAft>
                <a:spcPts val="800"/>
              </a:spcAft>
              <a:defRPr sz="2200"/>
            </a:pPr>
            <a:r>
              <a:t>This is powerful — and also why it makes stuff up.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What This Means for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Good news: AI can pattern-match across more information than any human.</a:t>
            </a:r>
          </a:p>
          <a:p>
            <a:pPr>
              <a:spcAft>
                <a:spcPts val="800"/>
              </a:spcAft>
              <a:defRPr sz="2200"/>
            </a:pPr>
            <a:r>
              <a:t>Bad news: It has no idea if what it says is true.</a:t>
            </a:r>
          </a:p>
          <a:p>
            <a:pPr>
              <a:spcAft>
                <a:spcPts val="800"/>
              </a:spcAft>
              <a:defRPr sz="2200"/>
            </a:pPr>
            <a:r>
              <a:t>Your job: Guide it well. Verify what matters.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Generative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Creates content based on your prompt.</a:t>
            </a:r>
          </a:p>
          <a:p>
            <a:pPr>
              <a:spcAft>
                <a:spcPts val="800"/>
              </a:spcAft>
              <a:defRPr sz="2200"/>
            </a:pPr>
            <a:r>
              <a:t>• "Write me an email to follow up on our call"</a:t>
            </a:r>
          </a:p>
          <a:p>
            <a:pPr>
              <a:spcAft>
                <a:spcPts val="800"/>
              </a:spcAft>
              <a:defRPr sz="2200"/>
            </a:pPr>
            <a:r>
              <a:t>• "Summarize this 30-page contract"</a:t>
            </a:r>
          </a:p>
          <a:p>
            <a:pPr>
              <a:spcAft>
                <a:spcPts val="800"/>
              </a:spcAft>
              <a:defRPr sz="2200"/>
            </a:pPr>
            <a:r>
              <a:t>• "Draft talking points for my QBR"</a:t>
            </a:r>
          </a:p>
          <a:p>
            <a:pPr>
              <a:spcAft>
                <a:spcPts val="800"/>
              </a:spcAft>
              <a:defRPr sz="2200"/>
            </a:pPr>
            <a:r>
              <a:t>You prompt → It generates → You review.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Agentic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Takes actions autonomously.</a:t>
            </a:r>
          </a:p>
          <a:p>
            <a:pPr>
              <a:spcAft>
                <a:spcPts val="800"/>
              </a:spcAft>
              <a:defRPr sz="2200"/>
            </a:pPr>
            <a:r>
              <a:t>• Research an account and update Salesforce</a:t>
            </a:r>
          </a:p>
          <a:p>
            <a:pPr>
              <a:spcAft>
                <a:spcPts val="800"/>
              </a:spcAft>
              <a:defRPr sz="2200"/>
            </a:pPr>
            <a:r>
              <a:t>• Monitor for job changes at target accounts</a:t>
            </a:r>
          </a:p>
          <a:p>
            <a:pPr>
              <a:spcAft>
                <a:spcPts val="800"/>
              </a:spcAft>
              <a:defRPr sz="2200"/>
            </a:pPr>
            <a:r>
              <a:t>• Draft and schedule follow-up sequences</a:t>
            </a:r>
          </a:p>
          <a:p>
            <a:pPr>
              <a:spcAft>
                <a:spcPts val="800"/>
              </a:spcAft>
              <a:defRPr sz="2200"/>
            </a:pPr>
            <a:r>
              <a:t>This is where AI is heading. You'll hear more about 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Generative vs Agentic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Generative  |  Agentic</a:t>
            </a:r>
          </a:p>
          <a:p/>
          <a:p>
            <a:pPr>
              <a:spcAft>
                <a:spcPts val="800"/>
              </a:spcAft>
              <a:defRPr sz="2200"/>
            </a:pPr>
            <a:r>
              <a:t>Creates content  |  Takes actions</a:t>
            </a:r>
          </a:p>
          <a:p>
            <a:pPr>
              <a:spcAft>
                <a:spcPts val="800"/>
              </a:spcAft>
              <a:defRPr sz="2200"/>
            </a:pPr>
            <a:r>
              <a:t>You prompt each time  |  Works on its own</a:t>
            </a:r>
          </a:p>
          <a:p>
            <a:pPr>
              <a:spcAft>
                <a:spcPts val="800"/>
              </a:spcAft>
              <a:defRPr sz="2200"/>
            </a:pPr>
            <a:r>
              <a:t>"Write this email"  |  "Manage my prospecting"</a:t>
            </a:r>
          </a:p>
          <a:p>
            <a:pPr>
              <a:spcAft>
                <a:spcPts val="800"/>
              </a:spcAft>
              <a:defRPr sz="2200"/>
            </a:pPr>
            <a:r>
              <a:t>Both are useful. Know the difference.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Five Terms You'll Hear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Prompt — Your instruction to the AI</a:t>
            </a:r>
          </a:p>
          <a:p>
            <a:pPr>
              <a:spcAft>
                <a:spcPts val="800"/>
              </a:spcAft>
              <a:defRPr sz="2200"/>
            </a:pPr>
            <a:r>
              <a:t>Hallucination — When AI confidently makes things up</a:t>
            </a:r>
          </a:p>
          <a:p>
            <a:pPr>
              <a:spcAft>
                <a:spcPts val="800"/>
              </a:spcAft>
              <a:defRPr sz="2200"/>
            </a:pPr>
            <a:r>
              <a:t>Context window — How much AI can "remember" (~500 pages for Claude)</a:t>
            </a:r>
          </a:p>
          <a:p>
            <a:pPr>
              <a:spcAft>
                <a:spcPts val="800"/>
              </a:spcAft>
              <a:defRPr sz="2200"/>
            </a:pPr>
            <a:r>
              <a:t>Token — How AI measures text (roughly 1 word)</a:t>
            </a:r>
          </a:p>
          <a:p>
            <a:pPr>
              <a:spcAft>
                <a:spcPts val="800"/>
              </a:spcAft>
              <a:defRPr sz="2200"/>
            </a:pPr>
            <a:r>
              <a:t>RAG — AI that can search your docs before answering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Common Concerns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"AI is coming for my job"</a:t>
            </a:r>
          </a:p>
          <a:p>
            <a:pPr>
              <a:spcAft>
                <a:spcPts val="800"/>
              </a:spcAft>
              <a:defRPr sz="2200"/>
            </a:pPr>
            <a:r>
              <a:t>AI changes jobs. People who use AI well are more valuable, not less.</a:t>
            </a:r>
          </a:p>
          <a:p>
            <a:pPr>
              <a:spcAft>
                <a:spcPts val="800"/>
              </a:spcAft>
              <a:defRPr sz="2200"/>
            </a:pPr>
            <a:r>
              <a:t>"AI knows everything"</a:t>
            </a:r>
          </a:p>
          <a:p>
            <a:pPr>
              <a:spcAft>
                <a:spcPts val="800"/>
              </a:spcAft>
              <a:defRPr sz="2200"/>
            </a:pPr>
            <a:r>
              <a:t>It doesn't. It has knowledge cutoffs and makes things up. Verify.</a:t>
            </a:r>
          </a:p>
          <a:p>
            <a:pPr>
              <a:spcAft>
                <a:spcPts val="800"/>
              </a:spcAft>
              <a:defRPr sz="2200"/>
            </a:pPr>
            <a:r>
              <a:t>"It's too hard to learn"</a:t>
            </a:r>
          </a:p>
          <a:p>
            <a:pPr>
              <a:spcAft>
                <a:spcPts val="800"/>
              </a:spcAft>
              <a:defRPr sz="2200"/>
            </a:pPr>
            <a:r>
              <a:t>Basic prompting takes 10 minutes. You'll get better with practice.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Prompting 101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Same AI. Wildly different results.</a:t>
            </a:r>
          </a:p>
          <a:p>
            <a:pPr>
              <a:spcAft>
                <a:spcPts val="800"/>
              </a:spcAft>
              <a:defRPr sz="2200"/>
            </a:pPr>
            <a:r>
              <a:t>The difference? How you ask.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The RCTF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Role — Tell it who to be</a:t>
            </a:r>
          </a:p>
          <a:p>
            <a:pPr>
              <a:spcAft>
                <a:spcPts val="800"/>
              </a:spcAft>
              <a:defRPr sz="2200"/>
            </a:pPr>
            <a:r>
              <a:t>Context — Give background</a:t>
            </a:r>
          </a:p>
          <a:p>
            <a:pPr>
              <a:spcAft>
                <a:spcPts val="800"/>
              </a:spcAft>
              <a:defRPr sz="2200"/>
            </a:pPr>
            <a:r>
              <a:t>Task — Be specific about what you want</a:t>
            </a:r>
          </a:p>
          <a:p>
            <a:pPr>
              <a:spcAft>
                <a:spcPts val="800"/>
              </a:spcAft>
              <a:defRPr sz="2200"/>
            </a:pPr>
            <a:r>
              <a:t>Format — Specify the output structure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Role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Tell the AI who to be.</a:t>
            </a:r>
          </a:p>
          <a:p>
            <a:pPr>
              <a:spcAft>
                <a:spcPts val="800"/>
              </a:spcAft>
              <a:defRPr sz="2200"/>
            </a:pPr>
            <a:r>
              <a:t>"You are a sales strategist at an AI healthcare company."</a:t>
            </a:r>
          </a:p>
          <a:p>
            <a:pPr>
              <a:spcAft>
                <a:spcPts val="800"/>
              </a:spcAft>
              <a:defRPr sz="2200"/>
            </a:pPr>
            <a:r>
              <a:t>"You are a skeptical CFO evaluating this proposal."</a:t>
            </a:r>
          </a:p>
          <a:p>
            <a:pPr>
              <a:spcAft>
                <a:spcPts val="800"/>
              </a:spcAft>
              <a:defRPr sz="2200"/>
            </a:pPr>
            <a:r>
              <a:t>"You are an Abridge AE preparing for a discovery call."</a:t>
            </a:r>
          </a:p>
          <a:p>
            <a:pPr>
              <a:spcAft>
                <a:spcPts val="800"/>
              </a:spcAft>
              <a:defRPr sz="2200"/>
            </a:pPr>
            <a:r>
              <a:t>This shapes how it responds.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Give relevant background.</a:t>
            </a:r>
          </a:p>
          <a:p>
            <a:pPr>
              <a:spcAft>
                <a:spcPts val="800"/>
              </a:spcAft>
              <a:defRPr sz="2200"/>
            </a:pPr>
            <a:r>
              <a:t>• Who is the customer?</a:t>
            </a:r>
          </a:p>
          <a:p>
            <a:pPr>
              <a:spcAft>
                <a:spcPts val="800"/>
              </a:spcAft>
              <a:defRPr sz="2200"/>
            </a:pPr>
            <a:r>
              <a:t>• What's the situation?</a:t>
            </a:r>
          </a:p>
          <a:p>
            <a:pPr>
              <a:spcAft>
                <a:spcPts val="800"/>
              </a:spcAft>
              <a:defRPr sz="2200"/>
            </a:pPr>
            <a:r>
              <a:t>• What do you already know?</a:t>
            </a:r>
          </a:p>
          <a:p>
            <a:pPr>
              <a:spcAft>
                <a:spcPts val="800"/>
              </a:spcAft>
              <a:defRPr sz="2200"/>
            </a:pPr>
            <a:r>
              <a:t>• What constraints exist?</a:t>
            </a:r>
          </a:p>
          <a:p>
            <a:pPr>
              <a:spcAft>
                <a:spcPts val="800"/>
              </a:spcAft>
              <a:defRPr sz="2200"/>
            </a:pPr>
            <a:r>
              <a:t>More relevant context = better output.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Be specific about what you want.</a:t>
            </a:r>
          </a:p>
          <a:p>
            <a:pPr>
              <a:spcAft>
                <a:spcPts val="800"/>
              </a:spcAft>
              <a:defRPr sz="2200"/>
            </a:pPr>
            <a:r>
              <a:t>Vague: "Help me with this account"</a:t>
            </a:r>
          </a:p>
          <a:p>
            <a:pPr>
              <a:spcAft>
                <a:spcPts val="800"/>
              </a:spcAft>
              <a:defRPr sz="2200"/>
            </a:pPr>
            <a:r>
              <a:t>Specific: "Write 3 discovery questions that uncover</a:t>
            </a:r>
          </a:p>
          <a:p>
            <a:pPr>
              <a:spcAft>
                <a:spcPts val="800"/>
              </a:spcAft>
              <a:defRPr sz="2200"/>
            </a:pPr>
            <a:r>
              <a:t>their current documentation workflow pain points"</a:t>
            </a:r>
          </a:p>
          <a:p>
            <a:pPr>
              <a:spcAft>
                <a:spcPts val="800"/>
              </a:spcAft>
              <a:defRPr sz="2200"/>
            </a:pPr>
            <a:r>
              <a:t>Vague tasks = vague outputs.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Format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Specify how you want the output.</a:t>
            </a:r>
          </a:p>
          <a:p>
            <a:pPr>
              <a:spcAft>
                <a:spcPts val="800"/>
              </a:spcAft>
              <a:defRPr sz="2200"/>
            </a:pPr>
            <a:r>
              <a:t>• "As a bulleted list"</a:t>
            </a:r>
          </a:p>
          <a:p>
            <a:pPr>
              <a:spcAft>
                <a:spcPts val="800"/>
              </a:spcAft>
              <a:defRPr sz="2200"/>
            </a:pPr>
            <a:r>
              <a:t>• "In 3 short paragraphs"</a:t>
            </a:r>
          </a:p>
          <a:p>
            <a:pPr>
              <a:spcAft>
                <a:spcPts val="800"/>
              </a:spcAft>
              <a:defRPr sz="2200"/>
            </a:pPr>
            <a:r>
              <a:t>• "As a table with columns for X, Y, Z"</a:t>
            </a:r>
          </a:p>
          <a:p>
            <a:pPr>
              <a:spcAft>
                <a:spcPts val="800"/>
              </a:spcAft>
              <a:defRPr sz="2200"/>
            </a:pPr>
            <a:r>
              <a:t>• "Keep it under 200 words"</a:t>
            </a:r>
          </a:p>
          <a:p>
            <a:pPr>
              <a:spcAft>
                <a:spcPts val="800"/>
              </a:spcAft>
              <a:defRPr sz="2200"/>
            </a:pPr>
            <a:r>
              <a:t>This prevents rambling.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Bad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"Write me a prep doc"</a:t>
            </a:r>
          </a:p>
          <a:p>
            <a:pPr>
              <a:spcAft>
                <a:spcPts val="800"/>
              </a:spcAft>
              <a:defRPr sz="2200"/>
            </a:pPr>
            <a:r>
              <a:t>What you get: Generic. Probably useless.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Good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You are a sales strategist at Abridge, an AI clinical documentation company.</a:t>
            </a:r>
          </a:p>
          <a:p>
            <a:pPr>
              <a:spcAft>
                <a:spcPts val="800"/>
              </a:spcAft>
              <a:defRPr sz="2200"/>
            </a:pPr>
            <a:r>
              <a:t>I have a meeting tomorrow with Acme Health System, a 500-physician organization in the Midwest. They're evaluating AI documentation tools and have concerns about physician adoption.</a:t>
            </a:r>
          </a:p>
          <a:p>
            <a:pPr>
              <a:spcAft>
                <a:spcPts val="800"/>
              </a:spcAft>
              <a:defRPr sz="2200"/>
            </a:pPr>
            <a:r>
              <a:t>Write a 1-page meeting prep doc:</a:t>
            </a:r>
          </a:p>
          <a:p>
            <a:pPr>
              <a:spcAft>
                <a:spcPts val="800"/>
              </a:spcAft>
              <a:defRPr sz="2200"/>
            </a:pPr>
            <a:r>
              <a:t>• 3 key stakeholders to research</a:t>
            </a:r>
          </a:p>
          <a:p>
            <a:pPr>
              <a:spcAft>
                <a:spcPts val="800"/>
              </a:spcAft>
              <a:defRPr sz="2200"/>
            </a:pPr>
            <a:r>
              <a:t>• 2 likely objections and how to address them</a:t>
            </a:r>
          </a:p>
          <a:p>
            <a:pPr>
              <a:spcAft>
                <a:spcPts val="800"/>
              </a:spcAft>
              <a:defRPr sz="2200"/>
            </a:pPr>
            <a:r>
              <a:t>• 3 discovery questions about their workflow</a:t>
            </a:r>
          </a:p>
          <a:p>
            <a:pPr>
              <a:spcAft>
                <a:spcPts val="800"/>
              </a:spcAft>
              <a:defRPr sz="2200"/>
            </a:pPr>
            <a:r>
              <a:t>Keep the tone conversational, not salesy.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The Difference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Bad prompt: AI guesses what you want</a:t>
            </a:r>
          </a:p>
          <a:p>
            <a:pPr>
              <a:spcAft>
                <a:spcPts val="800"/>
              </a:spcAft>
              <a:defRPr sz="2200"/>
            </a:pPr>
            <a:r>
              <a:t>Good prompt: AI delivers what you need</a:t>
            </a:r>
          </a:p>
          <a:p>
            <a:pPr>
              <a:spcAft>
                <a:spcPts val="800"/>
              </a:spcAft>
              <a:defRPr sz="2200"/>
            </a:pPr>
            <a:r>
              <a:t>60 seconds on a better prompt saves 10 minutes of editing garbage.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Pro Tips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Iterate — First response isn't always best. "Try again" works.</a:t>
            </a:r>
          </a:p>
          <a:p>
            <a:pPr>
              <a:spcAft>
                <a:spcPts val="800"/>
              </a:spcAft>
              <a:defRPr sz="2200"/>
            </a:pPr>
            <a:r>
              <a:t>Show examples — "Here's what good looks like: [example]"</a:t>
            </a:r>
          </a:p>
          <a:p>
            <a:pPr>
              <a:spcAft>
                <a:spcPts val="800"/>
              </a:spcAft>
              <a:defRPr sz="2200"/>
            </a:pPr>
            <a:r>
              <a:t>Save your winners — Build a library of prompts that work.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Exercise: Prompt Detective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Output A:</a:t>
            </a:r>
          </a:p>
          <a:p>
            <a:pPr>
              <a:spcAft>
                <a:spcPts val="800"/>
              </a:spcAft>
              <a:defRPr sz="2200"/>
            </a:pPr>
            <a:r>
              <a:t>"I hope this email finds you well. I wanted to reach out to discuss how our solution could benefit your organization. We offer industry-leading technology that can help streamline your operations."</a:t>
            </a:r>
          </a:p>
          <a:p>
            <a:pPr>
              <a:spcAft>
                <a:spcPts val="800"/>
              </a:spcAft>
              <a:defRPr sz="2200"/>
            </a:pPr>
            <a:r>
              <a:t>Output B:</a:t>
            </a:r>
          </a:p>
          <a:p>
            <a:pPr>
              <a:spcAft>
                <a:spcPts val="800"/>
              </a:spcAft>
              <a:defRPr sz="2200"/>
            </a:pPr>
            <a:r>
              <a:t>"Dr. Chen — saw Baptist Health just announced their 2026 digital strategy focused on reducing physician burnout. Curious if documentation burden came up. We're helping similar systems cut charting time by 2+ hours/day. Worth a 15-min call?"</a:t>
            </a:r>
          </a:p>
          <a:p>
            <a:pPr>
              <a:spcAft>
                <a:spcPts val="800"/>
              </a:spcAft>
              <a:defRPr sz="2200"/>
            </a:pPr>
            <a:r>
              <a:t>Which came from a better prompt?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What Made the Difference?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Output A prompt: "Write an outreach email"</a:t>
            </a:r>
          </a:p>
          <a:p>
            <a:pPr>
              <a:spcAft>
                <a:spcPts val="800"/>
              </a:spcAft>
              <a:defRPr sz="2200"/>
            </a:pPr>
            <a:r>
              <a:t>Output B prompt: "You're an Abridge AE. Write a 50-word cold email to Dr. Sarah Chen, CCIO at Baptist Health (12-hospital system). Reference their recent digital strategy announcement. Focus on physician burnout and documentation time. Consultative tone, not salesy."</a:t>
            </a:r>
          </a:p>
          <a:p>
            <a:pPr>
              <a:spcAft>
                <a:spcPts val="800"/>
              </a:spcAft>
              <a:defRPr sz="2200"/>
            </a:pPr>
            <a:r>
              <a:t>Same AI. Wildly different results.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Exercise: AI Mad Libs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Fill in the blanks:</a:t>
            </a:r>
          </a:p>
          <a:p>
            <a:pPr>
              <a:spcAft>
                <a:spcPts val="800"/>
              </a:spcAft>
              <a:defRPr sz="2200"/>
            </a:pPr>
            <a:r>
              <a:t>"Write a [LENGTH] email to a [PERSONA]</a:t>
            </a:r>
          </a:p>
          <a:p>
            <a:pPr>
              <a:spcAft>
                <a:spcPts val="800"/>
              </a:spcAft>
              <a:defRPr sz="2200"/>
            </a:pPr>
            <a:r>
              <a:t>in [INDUSTRY] highlighting [BENEFIT]</a:t>
            </a:r>
          </a:p>
          <a:p>
            <a:pPr>
              <a:spcAft>
                <a:spcPts val="800"/>
              </a:spcAft>
              <a:defRPr sz="2200"/>
            </a:pPr>
            <a:r>
              <a:t>with a [TONE] tone."</a:t>
            </a:r>
          </a:p>
          <a:p>
            <a:pPr>
              <a:spcAft>
                <a:spcPts val="800"/>
              </a:spcAft>
              <a:defRPr sz="2200"/>
            </a:pPr>
            <a:r>
              <a:t>Run it on your phone. Share results.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The Tools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The Big Three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Tool  |  Best For</a:t>
            </a:r>
          </a:p>
          <a:p/>
          <a:p>
            <a:pPr>
              <a:spcAft>
                <a:spcPts val="800"/>
              </a:spcAft>
              <a:defRPr sz="2200"/>
            </a:pPr>
            <a:r>
              <a:t>ChatGPT  |  General purpose, images, voice</a:t>
            </a:r>
          </a:p>
          <a:p>
            <a:pPr>
              <a:spcAft>
                <a:spcPts val="800"/>
              </a:spcAft>
              <a:defRPr sz="2200"/>
            </a:pPr>
            <a:r>
              <a:t>Claude  |  Writing, analysis, long documents</a:t>
            </a:r>
          </a:p>
          <a:p>
            <a:pPr>
              <a:spcAft>
                <a:spcPts val="800"/>
              </a:spcAft>
              <a:defRPr sz="2200"/>
            </a:pPr>
            <a:r>
              <a:t>Perplexity  |  Research with citations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ChatGPT (OpenAI)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• Largest ecosystem, most integrations</a:t>
            </a:r>
          </a:p>
          <a:p>
            <a:pPr>
              <a:spcAft>
                <a:spcPts val="800"/>
              </a:spcAft>
              <a:defRPr sz="2200"/>
            </a:pPr>
            <a:r>
              <a:t>• Image and video generation</a:t>
            </a:r>
          </a:p>
          <a:p>
            <a:pPr>
              <a:spcAft>
                <a:spcPts val="800"/>
              </a:spcAft>
              <a:defRPr sz="2200"/>
            </a:pPr>
            <a:r>
              <a:t>• Voice conversations</a:t>
            </a:r>
          </a:p>
          <a:p>
            <a:pPr>
              <a:spcAft>
                <a:spcPts val="800"/>
              </a:spcAft>
              <a:defRPr sz="2200"/>
            </a:pPr>
            <a:r>
              <a:t>Best for: Creative tasks, quick questions, multimedia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Claude (Anthropic)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• More natural, conversational tone</a:t>
            </a:r>
          </a:p>
          <a:p>
            <a:pPr>
              <a:spcAft>
                <a:spcPts val="800"/>
              </a:spcAft>
              <a:defRPr sz="2200"/>
            </a:pPr>
            <a:r>
              <a:t>• Can read entire documents (200K tokens)</a:t>
            </a:r>
          </a:p>
          <a:p>
            <a:pPr>
              <a:spcAft>
                <a:spcPts val="800"/>
              </a:spcAft>
              <a:defRPr sz="2200"/>
            </a:pPr>
            <a:r>
              <a:t>• Strong reasoning and professional writing</a:t>
            </a:r>
          </a:p>
          <a:p>
            <a:pPr>
              <a:spcAft>
                <a:spcPts val="800"/>
              </a:spcAft>
              <a:defRPr sz="2200"/>
            </a:pPr>
            <a:r>
              <a:t>Best for: Long documents, customer-facing communications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Perplexity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• Built for research</a:t>
            </a:r>
          </a:p>
          <a:p>
            <a:pPr>
              <a:spcAft>
                <a:spcPts val="800"/>
              </a:spcAft>
              <a:defRPr sz="2200"/>
            </a:pPr>
            <a:r>
              <a:t>• Cites sources automatically</a:t>
            </a:r>
          </a:p>
          <a:p>
            <a:pPr>
              <a:spcAft>
                <a:spcPts val="800"/>
              </a:spcAft>
              <a:defRPr sz="2200"/>
            </a:pPr>
            <a:r>
              <a:t>• Access to current information</a:t>
            </a:r>
          </a:p>
          <a:p>
            <a:pPr>
              <a:spcAft>
                <a:spcPts val="800"/>
              </a:spcAft>
              <a:defRPr sz="2200"/>
            </a:pPr>
            <a:r>
              <a:t>Best for: Account research, market intel, fact-checking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My Take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Claude for work — writing, analysis, anything professional</a:t>
            </a:r>
          </a:p>
          <a:p>
            <a:pPr>
              <a:spcAft>
                <a:spcPts val="800"/>
              </a:spcAft>
              <a:defRPr sz="2200"/>
            </a:pPr>
            <a:r>
              <a:t>ChatGPT for creative — images, brainstorming, exploration</a:t>
            </a:r>
          </a:p>
          <a:p>
            <a:pPr>
              <a:spcAft>
                <a:spcPts val="800"/>
              </a:spcAft>
              <a:defRPr sz="2200"/>
            </a:pPr>
            <a:r>
              <a:t>Perplexity for research — when you need sources</a:t>
            </a:r>
          </a:p>
          <a:p>
            <a:pPr>
              <a:spcAft>
                <a:spcPts val="800"/>
              </a:spcAft>
              <a:defRPr sz="2200"/>
            </a:pPr>
            <a:r>
              <a:t>Try both. Find what works for you.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What Abridge Offers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Available now:</a:t>
            </a:r>
          </a:p>
          <a:p>
            <a:pPr>
              <a:spcAft>
                <a:spcPts val="800"/>
              </a:spcAft>
              <a:defRPr sz="2200"/>
            </a:pPr>
            <a:r>
              <a:t>• Claude Code (developer license)</a:t>
            </a:r>
          </a:p>
          <a:p>
            <a:pPr>
              <a:spcAft>
                <a:spcPts val="800"/>
              </a:spcAft>
              <a:defRPr sz="2200"/>
            </a:pPr>
            <a:r>
              <a:t>• API access</a:t>
            </a:r>
          </a:p>
          <a:p>
            <a:pPr>
              <a:spcAft>
                <a:spcPts val="800"/>
              </a:spcAft>
              <a:defRPr sz="2200"/>
            </a:pPr>
            <a:r>
              <a:t>Coming:</a:t>
            </a:r>
          </a:p>
          <a:p>
            <a:pPr>
              <a:spcAft>
                <a:spcPts val="800"/>
              </a:spcAft>
              <a:defRPr sz="2200"/>
            </a:pPr>
            <a:r>
              <a:t>• Enterprise Claude (TBD)</a:t>
            </a:r>
          </a:p>
          <a:p>
            <a:pPr>
              <a:spcAft>
                <a:spcPts val="800"/>
              </a:spcAft>
              <a:defRPr sz="2200"/>
            </a:pPr>
            <a:r>
              <a:t>Talk to IT. They're expecting requests.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A Note on Vibe Coding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Term coined by Andrej Karpathy: "Give in to the vibes. Forget the code exists."</a:t>
            </a:r>
          </a:p>
          <a:p>
            <a:pPr>
              <a:spcAft>
                <a:spcPts val="800"/>
              </a:spcAft>
              <a:defRPr sz="2200"/>
            </a:pPr>
            <a:r>
              <a:t>Describe what you want → AI writes code → You test → Iterate</a:t>
            </a:r>
          </a:p>
          <a:p>
            <a:pPr>
              <a:spcAft>
                <a:spcPts val="800"/>
              </a:spcAft>
              <a:defRPr sz="2200"/>
            </a:pPr>
            <a:r>
              <a:t>Non-engineers are building tools that used to require developers.</a:t>
            </a:r>
          </a:p>
          <a:p>
            <a:pPr>
              <a:spcAft>
                <a:spcPts val="800"/>
              </a:spcAft>
              <a:defRPr sz="2200"/>
            </a:pPr>
            <a:r>
              <a:t>The line between "user" and "builder" is blurring.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What Now?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It's Not Just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I fed Claude my family's spending from last year.</a:t>
            </a:r>
          </a:p>
          <a:p>
            <a:pPr>
              <a:spcAft>
                <a:spcPts val="800"/>
              </a:spcAft>
              <a:defRPr sz="2200"/>
            </a:pPr>
            <a:r>
              <a:t>Turns out we have a Chick-fil-A problem.</a:t>
            </a:r>
          </a:p>
          <a:p>
            <a:pPr>
              <a:spcAft>
                <a:spcPts val="800"/>
              </a:spcAft>
              <a:defRPr sz="2200"/>
            </a:pPr>
            <a:r>
              <a:t>Point is: use it for whatever you're curious about.</a:t>
            </a:r>
          </a:p>
          <a:p>
            <a:pPr>
              <a:spcAft>
                <a:spcPts val="800"/>
              </a:spcAft>
              <a:defRPr sz="2200"/>
            </a:pPr>
            <a:r>
              <a:t>Work. Life. That thing you've been meaning to figure out.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Start Where You 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Write a lot of emails? Start there. Draft, edit, send.</a:t>
            </a:r>
          </a:p>
          <a:p>
            <a:pPr>
              <a:spcAft>
                <a:spcPts val="800"/>
              </a:spcAft>
              <a:defRPr sz="2200"/>
            </a:pPr>
            <a:r>
              <a:t>Prep for meetings? Feed it context, get a head start.</a:t>
            </a:r>
          </a:p>
          <a:p>
            <a:pPr>
              <a:spcAft>
                <a:spcPts val="800"/>
              </a:spcAft>
              <a:defRPr sz="2200"/>
            </a:pPr>
            <a:r>
              <a:t>Drown in transcripts? Let AI pull out the action items.</a:t>
            </a:r>
          </a:p>
          <a:p>
            <a:pPr>
              <a:spcAft>
                <a:spcPts val="800"/>
              </a:spcAft>
              <a:defRPr sz="2200"/>
            </a:pPr>
            <a:r>
              <a:t>Live in Salesforce? Describe what you want built.</a:t>
            </a:r>
          </a:p>
          <a:p>
            <a:pPr>
              <a:spcAft>
                <a:spcPts val="800"/>
              </a:spcAft>
              <a:defRPr sz="2200"/>
            </a:pPr>
            <a:r>
              <a:t>Pick the thing you already do. Make it easier.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Then Get Curious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Once it's helping with the routine stuff,</a:t>
            </a:r>
          </a:p>
          <a:p>
            <a:pPr>
              <a:spcAft>
                <a:spcPts val="800"/>
              </a:spcAft>
              <a:defRPr sz="2200"/>
            </a:pPr>
            <a:r>
              <a:t>try something bigger.</a:t>
            </a:r>
          </a:p>
          <a:p>
            <a:pPr>
              <a:spcAft>
                <a:spcPts val="800"/>
              </a:spcAft>
              <a:defRPr sz="2200"/>
            </a:pPr>
            <a:r>
              <a:t>A workflow you've been putting off.</a:t>
            </a:r>
          </a:p>
          <a:p>
            <a:pPr>
              <a:spcAft>
                <a:spcPts val="800"/>
              </a:spcAft>
              <a:defRPr sz="2200"/>
            </a:pPr>
            <a:r>
              <a:t>A report nobody wants to build.</a:t>
            </a:r>
          </a:p>
          <a:p>
            <a:pPr>
              <a:spcAft>
                <a:spcPts val="800"/>
              </a:spcAft>
              <a:defRPr sz="2200"/>
            </a:pPr>
            <a:r>
              <a:t>An idea you've never had time for.</a:t>
            </a:r>
          </a:p>
          <a:p>
            <a:pPr>
              <a:spcAft>
                <a:spcPts val="800"/>
              </a:spcAft>
              <a:defRPr sz="2200"/>
            </a:pPr>
            <a:r>
              <a:t>You might surprise yourself.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The Invitation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This isn't about becoming technical.</a:t>
            </a:r>
          </a:p>
          <a:p>
            <a:pPr>
              <a:spcAft>
                <a:spcPts val="800"/>
              </a:spcAft>
              <a:defRPr sz="2200"/>
            </a:pPr>
            <a:r>
              <a:t>It's about removing friction</a:t>
            </a:r>
          </a:p>
          <a:p>
            <a:pPr>
              <a:spcAft>
                <a:spcPts val="800"/>
              </a:spcAft>
              <a:defRPr sz="2200"/>
            </a:pPr>
            <a:r>
              <a:t>between what you want and what you can do.</a:t>
            </a:r>
          </a:p>
          <a:p>
            <a:pPr>
              <a:spcAft>
                <a:spcPts val="800"/>
              </a:spcAft>
              <a:defRPr sz="2200"/>
            </a:pPr>
            <a:r>
              <a:t>The tools are here. Access is available.</a:t>
            </a:r>
          </a:p>
          <a:p>
            <a:pPr>
              <a:spcAft>
                <a:spcPts val="800"/>
              </a:spcAft>
              <a:defRPr sz="2200"/>
            </a:pPr>
            <a:r>
              <a:t>What you do with them is up to you.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Request access: [IT link]</a:t>
            </a:r>
          </a:p>
          <a:p>
            <a:pPr>
              <a:spcAft>
                <a:spcPts val="800"/>
              </a:spcAft>
              <a:defRPr sz="2200"/>
            </a:pPr>
            <a:r>
              <a:t>Questions: #ai-commercial (Slack)</a:t>
            </a:r>
          </a:p>
          <a:p>
            <a:pPr>
              <a:spcAft>
                <a:spcPts val="800"/>
              </a:spcAft>
              <a:defRPr sz="2200"/>
            </a:pPr>
            <a:r>
              <a:t>This deck + prompting guide: [link]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What have you heard about that you don't understand?</a:t>
            </a:r>
          </a:p>
          <a:p>
            <a:pPr>
              <a:spcAft>
                <a:spcPts val="800"/>
              </a:spcAft>
              <a:defRPr sz="2200"/>
            </a:pPr>
            <a:r>
              <a:t>What are you curious to try?</a:t>
            </a:r>
          </a:p>
          <a:p>
            <a:pPr>
              <a:spcAft>
                <a:spcPts val="800"/>
              </a:spcAft>
              <a:defRPr sz="2200"/>
            </a:pPr>
            <a:r>
              <a:t>What's holding you back?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/>
            </a:pPr>
            <a:r>
              <a:t>Chris Humphries</a:t>
            </a:r>
            <a:br/>
            <a:r>
              <a:t>RevOps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